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066800"/>
            <a:ext cx="1743456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231"/>
              </a:lnSpc>
              <a:buNone/>
            </a:pPr>
            <a:r>
              <a:rPr lang="en-US" sz="15000" b="1" spc="150" kern="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AUDITABLE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1219200" y="3410903"/>
            <a:ext cx="1676400" cy="28575"/>
          </a:xfrm>
          <a:prstGeom prst="rect">
            <a:avLst/>
          </a:prstGeom>
          <a:solidFill>
            <a:srgbClr val="FFB000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19450" y="3067050"/>
            <a:ext cx="1591925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spc="87" kern="0" dirty="0">
                <a:solidFill>
                  <a:srgbClr val="FFB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not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219200" y="4069080"/>
            <a:ext cx="1743456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231"/>
              </a:lnSpc>
              <a:buNone/>
            </a:pPr>
            <a:r>
              <a:rPr lang="en-US" sz="15000" b="1" spc="150" kern="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ASSURED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1219200" y="6316980"/>
            <a:ext cx="11772900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12"/>
              </a:lnSpc>
              <a:buNone/>
            </a:pPr>
            <a:r>
              <a:rPr lang="en-US" sz="3900" spc="16" kern="0" dirty="0">
                <a:solidFill>
                  <a:srgbClr val="B7BD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RISC-V, secure boot, and what it takes to trust a machine with a life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19200" y="8260080"/>
            <a:ext cx="640515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21" kern="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Mouad Ouroui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219200" y="8945880"/>
            <a:ext cx="6405158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51" kern="0" dirty="0">
                <a:solidFill>
                  <a:srgbClr val="8A92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RISC-V Ottawa · August meetup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4290120" y="8945880"/>
            <a:ext cx="3056549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153" kern="0" dirty="0">
                <a:solidFill>
                  <a:srgbClr val="8A92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FULL TALK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2026-07-17T00:16:42Z</dcterms:created>
  <dcterms:modified xsi:type="dcterms:W3CDTF">2026-07-17T00:16:42Z</dcterms:modified>
</cp:coreProperties>
</file>